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925F558-DA79-8941-AD48-6AC1AA1222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A57E2FB-BE27-F5F5-B204-FA43C9CEF8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F769532-C885-3219-E1C7-116227DDC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54824-5946-42CD-8584-F5CAE34F30EB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1EAC337-6E0E-4F18-1DE6-84B846537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0B5B3D6-67DC-6495-E57D-AF18C3434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A6FB9-F2FF-4D4E-B32F-48462172DE0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17408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B39189C-6622-D7AF-E04E-E9D67FBD1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3D30718-8497-14BF-16C9-67428CE95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9B238EA-21B4-9F05-48DA-88BD4BF12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54824-5946-42CD-8584-F5CAE34F30EB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C0531A1-3827-0079-8278-2899995F9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6F99B19-3A6F-3CA1-9C46-DB109E7F3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A6FB9-F2FF-4D4E-B32F-48462172DE0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01997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F37BCD5-CA64-FD3A-170B-321A5FF2D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C70820A-8E29-E5B2-F271-03E926ECE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723A585-88A2-AC8C-7D67-93B85C473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54824-5946-42CD-8584-F5CAE34F30EB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550ECCB-4E86-9BF9-8A2D-57E8A441C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F02BDCA-7889-E54F-5400-AD2DD036C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A6FB9-F2FF-4D4E-B32F-48462172DE0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96971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1A509B4-494E-1D24-955F-156CF190C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70AC34C-6780-4013-920D-A85DD1DA2A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2DD8D9F4-2174-8A54-80C9-3F670B98C5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4FD24E9-7F75-62C0-EBC3-2C95D2CAF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54824-5946-42CD-8584-F5CAE34F30EB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762AB05-C471-6D89-6624-9E3A2AC6A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FF08D6A-061D-2FF5-F45E-207CF87D1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A6FB9-F2FF-4D4E-B32F-48462172DE0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4950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FAB9DE2-2872-53E6-2D15-5B25710FA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0A29739-2946-8A7A-8534-AC7F81099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96EB7488-F45E-E459-2E4B-05F3209474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92AC3F9-6D16-FA33-B8A0-B50F5D4870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29B311E3-C0BF-1293-6432-B04D8040A6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904399FC-93B3-4ADA-905D-B6A191CB9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54824-5946-42CD-8584-F5CAE34F30EB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B49138A5-9ABD-F222-38AF-BDA8C515C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49ECFA39-379C-4D09-F9B5-217B83138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A6FB9-F2FF-4D4E-B32F-48462172DE0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92939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F1AA4D1-E678-6F23-7638-BFE313B44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793A3E7F-FEFB-3E91-F08C-A099FB729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54824-5946-42CD-8584-F5CAE34F30EB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94D48EC9-0373-8E84-95AD-C32C9D9C4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DB446F8C-D65E-64B2-B125-E5D9F6103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A6FB9-F2FF-4D4E-B32F-48462172DE0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72680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CAF938DA-768E-26B2-0E46-7F2C1BEA5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54824-5946-42CD-8584-F5CAE34F30EB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F6C7BACC-EB48-E42E-67FC-677EF50BA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D2A480B1-8FE9-5A01-232C-993A84990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A6FB9-F2FF-4D4E-B32F-48462172DE0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94449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5A7B479-E24C-59C4-897D-EEDD60942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476F0B7-A8C9-78FF-4B86-24C839EFD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A76E1130-6229-928B-F2BE-9274E9D139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C7B3832-AAB1-8BE5-4B45-CEDBE88FB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54824-5946-42CD-8584-F5CAE34F30EB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C9B2155-B1A2-381A-6A4E-8B00DAFF5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BD803DB-85E5-BD75-0AB1-7DA1CB198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A6FB9-F2FF-4D4E-B32F-48462172DE0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01214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F3E431C-20CE-8FF2-D380-9311876FE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7F1E41AB-0A2A-7C90-6E50-BC832AD31A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570591B3-1BA3-5C1F-E486-A9AAAEB470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59B48ED-E4D1-80F9-AB71-5CD6D1FBA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54824-5946-42CD-8584-F5CAE34F30EB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4F5B193-D3DC-1F27-9A76-F17B9D8D1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DB8896F5-E422-810E-BDBD-E505E1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A6FB9-F2FF-4D4E-B32F-48462172DE0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98482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6951178-D3A2-2789-EE87-D17E5A7FD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40790FC5-3A4A-8AB9-FE15-22B7D7C29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8F18BDC-A00C-F449-E16D-B84EE8FAD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54824-5946-42CD-8584-F5CAE34F30EB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7BB6639-D6A7-D145-9375-30BAF55A0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B0B5CA4-3515-F882-34D3-230BA162E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A6FB9-F2FF-4D4E-B32F-48462172DE0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17480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946649AA-708E-D896-B1B7-6ECA80506B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BA671E83-BE2F-9FDA-0364-0305EE561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BFBF7F0-6FF9-28C7-1D55-5EECEBF1A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54824-5946-42CD-8584-F5CAE34F30EB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6F6C4C6-3249-ABDC-CC58-206F201BA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ECD1281-2506-CFDB-4DF6-DC8B0DA71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A6FB9-F2FF-4D4E-B32F-48462172DE0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52033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08D022B3-377A-6744-115E-007263EC1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0D6E260-B6A0-5A61-2A4F-3C33BD82C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EBB58CA-346E-F87A-219A-238A7DAA7C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D54824-5946-42CD-8584-F5CAE34F30EB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6FA7F5B-DD73-BD22-216F-3582C52E96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61A4B0B-9FC3-7B34-4DE3-7CC66A78A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8A6FB9-F2FF-4D4E-B32F-48462172DE0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66748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7CE3C71-0967-B89A-DD1D-C274910503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159CCA9-D7EF-5B51-C817-C8C5237CF5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46850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Szélesvásznú</PresentationFormat>
  <Paragraphs>0</Paragraphs>
  <Slides>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Office-téma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 felhasználó</dc:creator>
  <cp:lastModifiedBy>O365 felhasználó</cp:lastModifiedBy>
  <cp:revision>1</cp:revision>
  <dcterms:created xsi:type="dcterms:W3CDTF">2026-04-20T21:44:39Z</dcterms:created>
  <dcterms:modified xsi:type="dcterms:W3CDTF">2026-04-20T21:44:58Z</dcterms:modified>
</cp:coreProperties>
</file>